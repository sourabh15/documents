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Modernization and Cloud Migration of Trade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 &amp; Solution Architecture Proposal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Mainframe (COBOL), Oracle RAC</a:t>
            </a:r>
          </a:p>
          <a:p>
            <a:r>
              <a:t>- Informatica ETL (on-prem), Cloudera CDH 5.7.x (Spark 1.6.0)</a:t>
            </a:r>
          </a:p>
          <a:p>
            <a:r>
              <a:t>- Self-managed EMR, limited scalability</a:t>
            </a:r>
          </a:p>
          <a:p>
            <a:r>
              <a:t>- COBOL Batch -&gt; PostgreSQL (PoC)</a:t>
            </a:r>
          </a:p>
          <a:p>
            <a:r>
              <a:t>- Critical workflows limited to 2x/week due to infra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Migrate to AWS-native architecture</a:t>
            </a:r>
          </a:p>
          <a:p>
            <a:r>
              <a:t>- PostgreSQL, S3 Data Lake, EMR, Step Functions</a:t>
            </a:r>
          </a:p>
          <a:p>
            <a:r>
              <a:t>- Replace COBOL with Java (AWS Fargate)</a:t>
            </a:r>
          </a:p>
          <a:p>
            <a:r>
              <a:t>- Daily batch workflows</a:t>
            </a:r>
          </a:p>
          <a:p>
            <a:r>
              <a:t>- Spark/Hive on latest EMR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Data Flow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Oracle RAC -&gt; Incremental Extract -&gt; S3 (Raw Zone)</a:t>
            </a:r>
          </a:p>
          <a:p>
            <a:r>
              <a:t>2. Curated Data -&gt; PostgreSQL (Aurora) for downstream apps</a:t>
            </a:r>
          </a:p>
          <a:p>
            <a:r>
              <a:t>3. S3 -&gt; EMR -&gt; Spark Workflows</a:t>
            </a:r>
          </a:p>
          <a:p>
            <a:r>
              <a:t>4. Outputs to PostgreSQL or Oracle Marts</a:t>
            </a:r>
          </a:p>
          <a:p>
            <a:r>
              <a:t>5. Orchestrated using Step Functions, Lambda, SQS/SNS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Ingest: AWS Glue, AWS DMS</a:t>
            </a:r>
          </a:p>
          <a:p>
            <a:r>
              <a:t>Storage: S3 (Lake Formation)</a:t>
            </a:r>
          </a:p>
          <a:p>
            <a:r>
              <a:t>Compute: EMR, Fargate, Step Functions</a:t>
            </a:r>
          </a:p>
          <a:p>
            <a:r>
              <a:t>Interface: PostgreSQL, Oracle</a:t>
            </a:r>
          </a:p>
          <a:p>
            <a:r>
              <a:t>Monitoring: CloudWatch, X-Ray</a:t>
            </a:r>
          </a:p>
          <a:p>
            <a:r>
              <a:t>Security: IAM, KMS, Secrets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Architecture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Microservices-based tiers: Input, Control, Compute, Data</a:t>
            </a:r>
          </a:p>
          <a:p>
            <a:r>
              <a:t>- Uses SNS, SQS, Lambda for orchestration</a:t>
            </a:r>
          </a:p>
          <a:p>
            <a:r>
              <a:t>- Schema consistency with DWH and Mainframe</a:t>
            </a:r>
          </a:p>
          <a:p>
            <a:r>
              <a:t>- Decoupled ingestion and processing</a:t>
            </a:r>
          </a:p>
          <a:p>
            <a:r>
              <a:t>- Event-driven ingestion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Modernization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Assets to Migrate:</a:t>
            </a:r>
          </a:p>
          <a:p>
            <a:r>
              <a:t>- Oracle DWH (100TB), Cloudera (5 critical workflows)</a:t>
            </a:r>
          </a:p>
          <a:p>
            <a:r>
              <a:t>- COBOL code to Java (AWS Fargate)</a:t>
            </a:r>
          </a:p>
          <a:p>
            <a:r>
              <a:t>- Informatica ETL to Glue/Spark</a:t>
            </a:r>
          </a:p>
          <a:p/>
          <a:p>
            <a:r>
              <a:t>Refactoring Needs:</a:t>
            </a:r>
          </a:p>
          <a:p>
            <a:r>
              <a:t>- Spark 1.6 to Spark 3.x Scala</a:t>
            </a:r>
          </a:p>
          <a:p>
            <a:r>
              <a:t>- Schema remapping for PostgreSQL</a:t>
            </a:r>
          </a:p>
          <a:p>
            <a:r>
              <a:t>- Data Quality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real-time, but near-time batch preferred</a:t>
            </a:r>
          </a:p>
          <a:p>
            <a:r>
              <a:t>- PII Protection: KMS, IAM, Data Masking</a:t>
            </a:r>
          </a:p>
          <a:p>
            <a:r>
              <a:t>- Role-Based Access Control (RBAC)</a:t>
            </a:r>
          </a:p>
          <a:p>
            <a:r>
              <a:t>- VPC Isolation, S3 Encryption, Secrets Manager</a:t>
            </a:r>
          </a:p>
          <a:p>
            <a:r>
              <a:t>- Compliance: GDPR, SOC2-ready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 &amp; High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Multi-AZ PostgreSQL (Aurora)</a:t>
            </a:r>
          </a:p>
          <a:p>
            <a:r>
              <a:t>- EMR with auto-recovery</a:t>
            </a:r>
          </a:p>
          <a:p>
            <a:r>
              <a:t>- S3 versioning, snapshots</a:t>
            </a:r>
          </a:p>
          <a:p>
            <a:r>
              <a:t>- Lake Formation lineage &amp; audit</a:t>
            </a:r>
          </a:p>
          <a:p>
            <a:r>
              <a:t>- RTO &lt; 4 hrs, RPO &lt; 1 hr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EMR/Glue auto-scaling</a:t>
            </a:r>
          </a:p>
          <a:p>
            <a:r>
              <a:t>- CI/CD via CodePipeline/CodeBuild</a:t>
            </a:r>
          </a:p>
          <a:p>
            <a:r>
              <a:t>- IaC with Terraform/CDK</a:t>
            </a:r>
          </a:p>
          <a:p>
            <a:r>
              <a:t>- Data quality automation (Great Expectations)</a:t>
            </a:r>
          </a:p>
          <a:p>
            <a:r>
              <a:t>- Orchestration with Step Functions or MWAA (Airflow)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EMR Serverless or Spot Instances</a:t>
            </a:r>
          </a:p>
          <a:p>
            <a:r>
              <a:t>- S3 Intelligent Tiering</a:t>
            </a:r>
          </a:p>
          <a:p>
            <a:r>
              <a:t>- Reserved RDS Instances</a:t>
            </a:r>
          </a:p>
          <a:p>
            <a:r>
              <a:t>- Job scheduling to avoid idle cost</a:t>
            </a:r>
          </a:p>
          <a:p>
            <a:r>
              <a:t>- Monitor with CloudWatch &amp; Trusted Advisor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Plan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Discovery &amp; Assessment – 2 weeks</a:t>
            </a:r>
          </a:p>
          <a:p>
            <a:r>
              <a:t>2. Pilot on EMR – 3 weeks</a:t>
            </a:r>
          </a:p>
          <a:p>
            <a:r>
              <a:t>3. DWH to Lake Ingestion – 2 weeks</a:t>
            </a:r>
          </a:p>
          <a:p>
            <a:r>
              <a:t>4. Full Data Lake Build – 3 weeks</a:t>
            </a:r>
          </a:p>
          <a:p>
            <a:r>
              <a:t>5. Workflow Migration &amp; QA – 4 weeks</a:t>
            </a:r>
          </a:p>
          <a:p>
            <a:r>
              <a:t>6. Cutover &amp; Monitoring – 2 weeks</a:t>
            </a:r>
          </a:p>
          <a:p/>
          <a:p>
            <a:r>
              <a:t>Total: ~16 weeks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Structure (POD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Roles &amp; Count:</a:t>
            </a:r>
          </a:p>
          <a:p>
            <a:r>
              <a:t>- Data Engineers (Spark/Glue): 2</a:t>
            </a:r>
          </a:p>
          <a:p>
            <a:r>
              <a:t>- Solution Architect: 1</a:t>
            </a:r>
          </a:p>
          <a:p>
            <a:r>
              <a:t>- Cloud Infra Engineer: 1</a:t>
            </a:r>
          </a:p>
          <a:p>
            <a:r>
              <a:t>- Java Developer: 1</a:t>
            </a:r>
          </a:p>
          <a:p>
            <a:r>
              <a:t>- QA/Data Validator: 1</a:t>
            </a:r>
          </a:p>
          <a:p>
            <a:r>
              <a:t>- Scrum Master/PM: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batch processing enabled</a:t>
            </a:r>
          </a:p>
          <a:p>
            <a:r>
              <a:t>- Reduced time-to-insight</a:t>
            </a:r>
          </a:p>
          <a:p>
            <a:r>
              <a:t>- Scalable, cost-effective platform</a:t>
            </a:r>
          </a:p>
          <a:p>
            <a:r>
              <a:t>- Unified Data Lake</a:t>
            </a:r>
          </a:p>
          <a:p>
            <a:r>
              <a:t>- Ready for BI and ML initiatives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- 100TB data migration</a:t>
            </a:r>
          </a:p>
          <a:p>
            <a:r>
              <a:t>- No real-time needed, near-time is okay</a:t>
            </a:r>
          </a:p>
          <a:p>
            <a:r>
              <a:t>- Schema alignment between systems</a:t>
            </a:r>
          </a:p>
          <a:p>
            <a:r>
              <a:t>- DWH processes must not be impacted</a:t>
            </a:r>
          </a:p>
          <a:p>
            <a:r>
              <a:t>- Internal users: BI Analysts, Data Scientists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Legacy system to modern AWS-native stack</a:t>
            </a:r>
          </a:p>
          <a:p>
            <a:r>
              <a:t>- Unified Lake Architecture</a:t>
            </a:r>
          </a:p>
          <a:p>
            <a:r>
              <a:t>- Re-architected for performance and cost</a:t>
            </a:r>
          </a:p>
          <a:p>
            <a:r>
              <a:t>- Automation and security built-in</a:t>
            </a:r>
          </a:p>
          <a:p>
            <a:r>
              <a:t>- Foundation for scalable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