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Modernization and Cloud Migration of Trade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Data Engineering &amp; Solution Architecture Proposal</a:t>
            </a:r>
          </a:p>
          <a:p>
            <a:r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Mainframe (COBOL), Oracle RAC</a:t>
            </a:r>
          </a:p>
          <a:p>
            <a:r>
              <a:t>- Informatica ETL (on-prem), Cloudera CDH 5.7.x (Spark 1.6.0)</a:t>
            </a:r>
          </a:p>
          <a:p>
            <a:r>
              <a:t>- Self-managed EMR, limited scalability</a:t>
            </a:r>
          </a:p>
          <a:p>
            <a:r>
              <a:t>- COBOL Batch -&gt; PostgreSQL (PoC)</a:t>
            </a:r>
          </a:p>
          <a:p>
            <a:r>
              <a:t>- Critical workflows limited to 2x/week due to infra constraints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State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Migrate to AWS-native architecture</a:t>
            </a:r>
          </a:p>
          <a:p>
            <a:r>
              <a:t>- PostgreSQL, S3 Data Lake, EMR, Step Functions</a:t>
            </a:r>
          </a:p>
          <a:p>
            <a:r>
              <a:t>- Replace COBOL with Java (AWS Fargate)</a:t>
            </a:r>
          </a:p>
          <a:p>
            <a:r>
              <a:t>- Daily batch workflows</a:t>
            </a:r>
          </a:p>
          <a:p>
            <a:r>
              <a:t>- Spark/Hive on latest EMR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Data Flow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Oracle RAC -&gt; Incremental Extract -&gt; S3 (Raw Zone)</a:t>
            </a:r>
          </a:p>
          <a:p>
            <a:r>
              <a:t>2. Curated Data -&gt; PostgreSQL (Aurora) for downstream apps</a:t>
            </a:r>
          </a:p>
          <a:p>
            <a:r>
              <a:t>3. S3 -&gt; EMR -&gt; Spark Workflows</a:t>
            </a:r>
          </a:p>
          <a:p>
            <a:r>
              <a:t>4. Outputs to PostgreSQL or Oracle Marts</a:t>
            </a:r>
          </a:p>
          <a:p>
            <a:r>
              <a:t>5. Orchestrated using Step Functions, Lambda, SQS/SNS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Ingest: AWS Glue, AWS DMS</a:t>
            </a:r>
          </a:p>
          <a:p>
            <a:r>
              <a:t>Storage: S3 (Lake Formation)</a:t>
            </a:r>
          </a:p>
          <a:p>
            <a:r>
              <a:t>Compute: EMR, Fargate, Step Functions</a:t>
            </a:r>
          </a:p>
          <a:p>
            <a:r>
              <a:t>Interface: PostgreSQL, Oracle</a:t>
            </a:r>
          </a:p>
          <a:p>
            <a:r>
              <a:t>Monitoring: CloudWatch, X-Ray</a:t>
            </a:r>
          </a:p>
          <a:p>
            <a:r>
              <a:t>Security: IAM, KMS, Secrets Manager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Architecture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Microservices-based tiers: Input, Control, Compute, Data</a:t>
            </a:r>
          </a:p>
          <a:p>
            <a:r>
              <a:t>- Uses SNS, SQS, Lambda for orchestration</a:t>
            </a:r>
          </a:p>
          <a:p>
            <a:r>
              <a:t>- Schema consistency with DWH and Mainframe</a:t>
            </a:r>
          </a:p>
          <a:p>
            <a:r>
              <a:t>- Decoupled ingestion and processing</a:t>
            </a:r>
          </a:p>
          <a:p>
            <a:r>
              <a:t>- Event-driven ingestion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